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550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979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833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838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64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673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6797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0287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219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6633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067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E448A-D00E-4B72-A45A-82BCA0F6B4FB}" type="datetimeFigureOut">
              <a:rPr lang="en-MY" smtClean="0"/>
              <a:t>15/08/2026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B72AD-13C7-4ACD-94A9-D40F630CEE0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857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0" cy="857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29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00000"/>
            <a:ext cx="6400000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280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6400000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707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40000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85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2026-08-14T17:39:50Z</dcterms:created>
  <dcterms:modified xsi:type="dcterms:W3CDTF">2026-08-15T02:43:41Z</dcterms:modified>
</cp:coreProperties>
</file>